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75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32AC-A603-D117-F09C-03A79242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>
                <a:latin typeface="Algerian" panose="04020705040A02060702" pitchFamily="82" charset="0"/>
              </a:rPr>
              <a:t>presentation</a:t>
            </a:r>
            <a:endParaRPr lang="en-IN" sz="4400" b="1" i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A304-9903-1FA1-C924-487A498F2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latin typeface="Algerian" panose="04020705040A02060702" pitchFamily="82" charset="0"/>
              </a:rPr>
              <a:t>OF DASHBOARD</a:t>
            </a:r>
            <a:endParaRPr lang="en-IN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1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3A225A7-B82B-F539-4C55-D390C9F6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Algerian" panose="04020705040A02060702" pitchFamily="82" charset="0"/>
              </a:rPr>
              <a:t>DASHBOARD</a:t>
            </a:r>
            <a:endParaRPr lang="en-IN" i="1" dirty="0">
              <a:latin typeface="Algerian" panose="04020705040A02060702" pitchFamily="82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6EFCAC2-5020-A74B-90CF-CCC0331AA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752" y="2193925"/>
            <a:ext cx="7838496" cy="4024313"/>
          </a:xfrm>
        </p:spPr>
      </p:pic>
    </p:spTree>
    <p:extLst>
      <p:ext uri="{BB962C8B-B14F-4D97-AF65-F5344CB8AC3E}">
        <p14:creationId xmlns:p14="http://schemas.microsoft.com/office/powerpoint/2010/main" val="78292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885F-511B-BEDE-71CA-645BF26D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Hotel revenue &amp; cancellation analysis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0D1B6-8E17-96BA-5999-4FC1E25F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IN" dirty="0"/>
              <a:t>verview of Revenue</a:t>
            </a:r>
          </a:p>
          <a:p>
            <a:r>
              <a:rPr lang="en-IN" dirty="0"/>
              <a:t> Cancellations</a:t>
            </a:r>
          </a:p>
          <a:p>
            <a:r>
              <a:rPr lang="en-IN" dirty="0"/>
              <a:t>Customer study (2015-2017)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42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9C9E6A-1292-AE6B-CEF6-A6685E60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Over 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F25FC7-BAF4-133E-7942-D830527E60E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193925"/>
            <a:ext cx="5334000" cy="4024313"/>
          </a:xfrm>
        </p:spPr>
        <p:txBody>
          <a:bodyPr/>
          <a:lstStyle/>
          <a:p>
            <a:r>
              <a:rPr lang="en-US" b="1" dirty="0"/>
              <a:t>Total revenue </a:t>
            </a:r>
            <a:r>
              <a:rPr lang="en-US" dirty="0"/>
              <a:t>-2,60,0597.44</a:t>
            </a:r>
            <a:endParaRPr lang="en-US" b="1" dirty="0"/>
          </a:p>
          <a:p>
            <a:r>
              <a:rPr lang="en-US" b="1" dirty="0"/>
              <a:t>Cancellation</a:t>
            </a:r>
            <a:r>
              <a:rPr lang="en-US" dirty="0"/>
              <a:t> –3.48%</a:t>
            </a:r>
          </a:p>
          <a:p>
            <a:r>
              <a:rPr lang="en-US" b="1" dirty="0"/>
              <a:t>Total ADR </a:t>
            </a:r>
            <a:r>
              <a:rPr lang="en-US" dirty="0"/>
              <a:t>-12,15,7617.6</a:t>
            </a:r>
          </a:p>
          <a:p>
            <a:r>
              <a:rPr lang="en-US" b="1" dirty="0"/>
              <a:t>Revenue per guest </a:t>
            </a:r>
            <a:r>
              <a:rPr lang="en-US" dirty="0"/>
              <a:t>-1,19,390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ADR means Average Daily Rate</a:t>
            </a:r>
          </a:p>
          <a:p>
            <a:r>
              <a:rPr lang="en-US" dirty="0">
                <a:solidFill>
                  <a:srgbClr val="FF0000"/>
                </a:solidFill>
              </a:rPr>
              <a:t>Revenue per guest means earned from each guest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45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2D79B4-D233-4034-88B1-EBC15CFF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Graphs &amp; trends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F5F07-C56D-37C7-EBDE-ED82B5809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66344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Lead time vs Cancel chart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graph shows Cancellations are high when Lead time is short.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9C455D-73F7-C6F6-D51C-E927321D6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8346" y="2194557"/>
            <a:ext cx="6013653" cy="444221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Monthly revenue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graph shows Revenue peaks in June and August.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0A882-37CC-FBFB-3874-4CEB98070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24517"/>
            <a:ext cx="4933072" cy="2964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485DFA-28B5-DEF3-CC93-24F63FDFF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929" y="2724517"/>
            <a:ext cx="5710084" cy="296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8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E650-63AC-5DD6-9E9E-E950C189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Customer &amp; booking insight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BB52-3FC7-270E-6561-73A9587ED6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Cancellation by Source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This graph shows Most cancellations come from Online Agents.</a:t>
            </a:r>
            <a:endParaRPr lang="en-US" b="1" dirty="0"/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4CF46-BEC1-64C7-25AB-E7F0A571DA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Revenue by customer type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This graph shows Transient guest bring the most Revenue.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E8594-462F-32E9-78F5-B528F1766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04" y="2615379"/>
            <a:ext cx="4780938" cy="2701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0E2926-AA18-3B32-6414-A112B5A6D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792" y="2615379"/>
            <a:ext cx="5604389" cy="270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7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CFCADC-6BCE-04C5-E63B-C83441C9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D21AC-B955-4F5F-1A52-87F3FF9F9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   The dashboard presentation a clear view of revenue trends, cancellation behavior, and customer insights.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Key take aways</a:t>
            </a:r>
            <a:r>
              <a:rPr lang="en-US" dirty="0"/>
              <a:t>:</a:t>
            </a:r>
          </a:p>
          <a:p>
            <a:r>
              <a:rPr lang="en-US" dirty="0"/>
              <a:t>Focus on reducing Online Travel Agents cancellation.</a:t>
            </a:r>
          </a:p>
          <a:p>
            <a:r>
              <a:rPr lang="en-US" dirty="0"/>
              <a:t>Target high-Revenue customer types like Transient guest.</a:t>
            </a:r>
          </a:p>
          <a:p>
            <a:r>
              <a:rPr lang="en-US" dirty="0"/>
              <a:t>Monitor short lead time booking to minimize cancellations.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ACTIONS: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Use these insight to optimize booking strategies and improve revenue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5856875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71</TotalTime>
  <Words>177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Algerian</vt:lpstr>
      <vt:lpstr>Arial</vt:lpstr>
      <vt:lpstr>Century Gothic</vt:lpstr>
      <vt:lpstr>Vapor Trail</vt:lpstr>
      <vt:lpstr>presentation</vt:lpstr>
      <vt:lpstr>DASHBOARD</vt:lpstr>
      <vt:lpstr>Hotel revenue &amp; cancellation analysis</vt:lpstr>
      <vt:lpstr>Over view</vt:lpstr>
      <vt:lpstr>Graphs &amp; trends</vt:lpstr>
      <vt:lpstr>Customer &amp; booking insight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sinan</dc:creator>
  <cp:lastModifiedBy>mohammed sinan</cp:lastModifiedBy>
  <cp:revision>6</cp:revision>
  <dcterms:created xsi:type="dcterms:W3CDTF">2025-07-30T10:21:16Z</dcterms:created>
  <dcterms:modified xsi:type="dcterms:W3CDTF">2025-07-30T11:32:42Z</dcterms:modified>
</cp:coreProperties>
</file>